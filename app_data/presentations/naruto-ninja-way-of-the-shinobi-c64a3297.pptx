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Naruto: Ninja Way of the Shinobi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A Comprehensive Overview of the World of Naruto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to Naruto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Naruto Uzumaki is a young ninja from Konohagakure (the Hidden Leaf Village).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He bears the burden of the Nine-Tailed Fox (Kurama) sealed within him.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His ultimate dream is to become Hokage, the leader of his village.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World of Shinobi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The world is divided among the Five Great Shinobi Nations: Leaf, Mist, Sand, Stone, and Cloud.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Ninja use chakra—a blend of spiritual and physical energy—to perform jutsu.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Conflicts between nations shaped a turbulent history filled with shinobi wars.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Team 7 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Kakashi Hatake leads Team 7, consisting of Naruto Uzumaki, Sasuke Uchiha, and Sakura Haruno.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Sasuke seeks vengeance for the destruction of his clan by his brother Itachi.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Sakura strives to bridge the gap between her talented teammates and grow as a medical ninja.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Ninja Arts (Jutsu)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Ninjutsu encompasses elemental techniques, shadow clones, and summoning jutsu.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Taijutsu focuses on pure physical prowess and hand-to-hand combat.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Genjutsu traps targets in illusions by disrupting their chakra 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Akatsuki Threat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The Akatsuki is a criminal organization composed of rogue S-rank ninjas.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Their goal is to capture all Tailed Beasts to achieve world domination through the Infinite Tsukuyomi.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Key members include Pain, Itachi Uchiha, Kisame Hoshigaki, and Obito Uchiha.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06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Fourth Great Ninja War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Obito Uchiha and Madara Uchiha declare war on the Allied Shinobi Forces.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Naruto masters chakra control with Kurama's help, turning the tide of battle.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The war unites the nations in a historic alliance against a common existential threat.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07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Legacy and Boruto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Naruto eventually achieves his dream and becomes the Seventh Hokage of Konoha.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He marries Hinata Hyuga and has two children, Boruto and Himawari.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The story continues through Boruto: Naruto Next Generations, focusing on the next generation of ninja.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08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Core Themes of Naruto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The bonds of friendship and camaraderie ('Nakama') overcome loneliness and hatred.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Overcoming adversity and refusing to give up defines Naruto's core philosophy ('Nindo').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The cycle of hatred can only be broken through empathy and understanding.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