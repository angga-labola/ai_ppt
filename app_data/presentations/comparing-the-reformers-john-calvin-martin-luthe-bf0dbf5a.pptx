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Comparing the Reformers: John Calvin, Martin Luther, and Heinrich Bullinger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A Detailed Analytical Overview of Reformation Leaders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the Protestant Reformation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The 16th-century Protestant Reformation fundamentally transformed Western Christianity and society.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Key reformers challenged traditional Roman Catholic authority, sacramental systems, and papal supremacy.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Figures like Martin Luther, John Calvin, and Heinrich Bullinger shaped distinct theological traditions.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Martin Luther: Origins and Early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Born on November 10, 1483, in Eisleben, Holy Roman Empire, to parents Hans and Margarethe Luther.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Educated at the University of Erfurt, earning his Artium Magister in 1505.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Entered St. Augustine's Monastery in Erfurt in July 1505 before being ordained a priest in 1507.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Martin Luther: Catalyst of the Reformation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Rejected Catholic teachings on indulgences and papal authority, authoring the Ninety-five Theses in 1517.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Excommunicated by Pope Leo X in January 1521 after refusing to renounce his critical writings.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Condemned as an outlaw by Holy Roman Emperor Charles V at the 1521 Diet of Worms.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Martin Luther: Core Theology and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Taught justification by grace through faith alone, holding that good works are the fruit of living faith.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Translated the Bible into German (1534), making Scripture accessible and standardizing the German language.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Set a model for clerical marriage through his 1525 marriage to former nun Katharina von Bora.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John Calvin: Background and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Born Jehan Cauvin on July 10, 1509, in Noyon, Picardy, France, to cathedral notary Gérard Cauvin.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Originally trained as a humanist lawyer at the Universities of Orléans and Bourges, influenced by Andreas Alciati.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Broke from the Roman Catholic Church around 1530 and fled to Basel after anti-Protestant violence in France.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John Calvin: Ministry in Geneva and Strasbourg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Published the seminal 'Institutes of the Christian Religion' in 1536 and was recruited to Geneva by William Farel.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Served as minister in Strasbourg under Martin Bucer after being expelled from Geneva by the city council.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Returned to Geneva in 1541, reforming church government, liturgy, and overseeing the execution of Michael Servetus.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John Calvin: Core Theology and Legacy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Principal figure in Calvinism, emphasizing predestination, monergism, and God's absolute sovereignty.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Wrote comprehensive biblical commentaries, confessional documents, and maintained correspondence with Philipp Melanchthon and Heinrich Bullinger.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Influenced global Reformed Christianity, including Continental Reformed, Presbyterian, and Congregational movements.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08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Heinrich Bullinger: Background and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Born on July 18, 1504, in Bremgarten, Switzerland, to priest Heinrich Bullinger Sr. and Anna Wiederkehr.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Studied at St. Martin's Latin school in Emmerich and entered the University of Cologne in 1519.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Converted to Protestantism after reading Scripture, Luther's works, and Philip Melanchthon's Loci communes.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09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Heinrich Bullinger: Leadership in Zürich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Succeeded Huldrych Zwingli as head of the Church of Zürich and pastor at the Grossmünster.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Worked at Kappel Abbey from 1523, abolishing mass and introducing systematic Bible reading in Swiss-German.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Married former nun Anna Adlischweiler in August 1529 after overcoming maternal and legal objections.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10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Heinrich Bullinger: Collaboration and Theology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Co-authored the Helvetic Confessions and collaborated closely with John Calvin on a Reformed doctrine of the Lord's Supper.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Developed important theological treatises on covenants, church-society relations, and images.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Built upon humanist education, church fathers, and Zwinglian theology to shape the Swiss Reformation.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11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Comparing the Reformers: Roles and Geographic Centers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Martin Luther operated primarily in the Holy Roman Empire (Wittenberg/Germany) as the seminal catalyst of reform.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John Calvin anchored his ministry in Geneva, Switzerland, developing systematic theology and church governance.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Heinrich Bullinger led the Swiss Reformation from Zürich, maintaining bridges and theological consensus across regions.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12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Summary of Reformation Impacts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established justification by faith alone and vernacular Bible translation, forming the basis of Lutheranism.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systematized Reformed theology, emphasizing predestination and absolute divine sovereignty across global denominations.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Bullinger consolidated the Swiss church, co-authoring confessions and uniting Reformed eucharistic theology.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