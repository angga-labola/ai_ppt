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en.wikipedia.org/wiki/List_of_Naruto_character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B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685800"/>
            <a:ext cx="128016" cy="5394960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1005840"/>
            <a:ext cx="73152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 b="1">
                <a:solidFill>
                  <a:srgbClr val="8FD55D"/>
                </a:solidFill>
                <a:latin typeface="Aptos"/>
              </a:defRPr>
            </a:pPr>
            <a:r>
              <a:t>FIELD NOTES  / 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87552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600" b="1">
                <a:solidFill>
                  <a:srgbClr val="F7F7EF"/>
                </a:solidFill>
                <a:latin typeface="Aptos"/>
              </a:defRPr>
            </a:pPr>
            <a:r>
              <a:t>Naruto Character Analysis and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4160520"/>
            <a:ext cx="86868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800" b="0">
                <a:solidFill>
                  <a:srgbClr val="7C8F83"/>
                </a:solidFill>
                <a:latin typeface="Aptos"/>
              </a:defRPr>
            </a:pPr>
            <a:r>
              <a:t>An Overview of Characters and Creation</a:t>
            </a:r>
          </a:p>
        </p:txBody>
      </p:sp>
      <p:sp>
        <p:nvSpPr>
          <p:cNvPr id="6" name="Oval 5"/>
          <p:cNvSpPr/>
          <p:nvPr/>
        </p:nvSpPr>
        <p:spPr>
          <a:xfrm>
            <a:off x="10607040" y="5166360"/>
            <a:ext cx="640080" cy="640080"/>
          </a:xfrm>
          <a:prstGeom prst="ellipse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01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Introduction to the Naruto Universe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is a popular manga and anime series created by Masashi Kishimoto featuring an extensive cast of ninja characters.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The fictional universe involves countries vying for power using special ninja techniques and combat abilities.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The storyline is divided into Part I and Part II, with Part II taking place two and a half years later.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02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Naruto Uzumaki: The Title Character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Naruto Uzumaki is the titular protagonist, an energetic ninja who hosts the Nine-Tailed Fox (Kurama).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His primary ambition is to become Hokage, the leader of Konohagakure, to gain respect and protect villagers.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He eventually achieves his dream, becomes the Seventh Hokage, marries Hinata, and has two children.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03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Sasuke Uchiha: Rival and Avenger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Sasuke Uchiha is Naruto's main rival and best friend, designed as a cool and skilled genius.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His family was killed by his older brother Itachi, driving his initial quest for vengeance.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Later in the series, Sasuke acts as a vigilante investigating threats and mentoring Boruto.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04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Sakura Haruno: Team 7 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Sakura Haruno is a core member of Team 7 and Naruto's classmate and Sasuke's love interest.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Kishimoto emphasized her energy and spirit, and noted he had little initial perception of an ideal heroine.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She overcame childhood insecurities and childhood teasing, maintaining a complex friendship history with Ino.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8FD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05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Kakashi Hatake: Team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Kakashi Hatake is the easygoing, smart, and mysterious leader of Team 7.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He guides Naruto, Sasuke, and Sakura through their early missions and team dynamics.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Kakashi carries a dark past marked by significant personal losses, including his father Sakumo.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658368"/>
            <a:ext cx="658368" cy="100584"/>
          </a:xfrm>
          <a:prstGeom prst="rect">
            <a:avLst/>
          </a:prstGeom>
          <a:solidFill>
            <a:srgbClr val="E87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0" y="502920"/>
            <a:ext cx="10972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7C8F83"/>
                </a:solidFill>
                <a:latin typeface="Aptos"/>
              </a:defRPr>
            </a:pPr>
            <a:r>
              <a:t>06  /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1033272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700" b="1">
                <a:solidFill>
                  <a:srgbClr val="192B25"/>
                </a:solidFill>
                <a:latin typeface="Aptos"/>
              </a:defRPr>
            </a:pPr>
            <a:r>
              <a:t>Creation and Conception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01    Kishimoto drew inspiration from Akira Toriyama's Dragon Ball, modeling Naruto after Goku's energetic personality.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02    Team structures were designed with extreme traits so members must work together to overcome weaknesses.</a:t>
            </a:r>
          </a:p>
          <a:p>
            <a:pPr>
              <a:spcAft>
                <a:spcPts val="1800"/>
              </a:spcAft>
              <a:defRPr sz="2000">
                <a:solidFill>
                  <a:srgbClr val="192B25"/>
                </a:solidFill>
                <a:latin typeface="Aptos"/>
              </a:defRPr>
            </a:pPr>
            <a:r>
              <a:t>03    Villains were crafted to contrast the heroes' moral values and given flamboyant appearances for memorability.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44768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7C8F83"/>
                </a:solidFill>
                <a:latin typeface="Aptos"/>
              </a:rPr>
              <a:t>Sources: </a:t>
            </a:r>
            <a:r>
              <a:rPr sz="1000">
                <a:solidFill>
                  <a:srgbClr val="7C8F83"/>
                </a:solidFill>
                <a:latin typeface="Aptos"/>
                <a:hlinkClick r:id="rId2"/>
              </a:rPr>
              <a:t>S3</a:t>
            </a:r>
          </a:p>
          <a:p>
            <a:pPr>
              <a:defRPr sz="900">
                <a:solidFill>
                  <a:srgbClr val="7C8F83"/>
                </a:solidFill>
                <a:latin typeface="Aptos"/>
              </a:defRPr>
            </a:pPr>
            <a:r>
              <a:t>Blue bullets are supported by web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92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