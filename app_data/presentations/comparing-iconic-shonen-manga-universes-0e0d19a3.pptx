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Comparing Iconic Shonen Manga Universes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Comparing Character Universes in One Piece and Naruto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Overview of One Piece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One Piece manga features an extensive fictional universe created by Eiichiro Oda with pirates, soldiers, and adventurers.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Characters belong to diverse human and non-human races including dwarfs, giants, mermen, fish-men, and minks.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Many characters gain superhuman abilities by consuming mystical items known as Devil Fruits.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Piece: The Straw Hat 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Straw Hat Crew is a team of ten pirates captained by the main protagonist Monkey D. Luffy.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Luffy aims to succeed Gol D. Roger as the King of the Pirates by finding the One Piece treasure.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Core crew members include Zoro, Nami, Usopp, Sanji, Chopper, Robin, Franky, Brook, and Jimbei.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Piece: Origins and Early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Dawn Island in the East Blue is Luffy's birthplace and home to Windmill Village.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Notable figures in Luffy's early life include mayor Woop Slap and bartender Makino.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Curly Dadan led the Dadan Family who was in charge of raising Luffy, Ace, and Sabo.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Piece: Key Supporting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Zoro was captured at Shells Town under the control of Captain Morgan before joining Luffy.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Shimotsuki Village is Zoro's hometown founded by Wano Country immigrant swordsmiths.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Zoro's childhood rival Kuina vowed to become the world's best swordsman before her untimely death.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Overview of Naruto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Naruto manga and anime series was created by Masashi Kishimoto with an extensive cast of ninja characters.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story is set in a fictional universe where countries vie for power using ninja with special techniques.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storyline is divided into Part I and Part II, followed by the sequel series Boruto.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Naruto: Main Protagonist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Uzumaki is the titular protagonist who wishes to become Hokage of Konohagakure.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Naruto has the demon fox Kurama, the Nine-Tailed Fox, sealed inside his body.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 is known for his cheerful personality, catchphrase Believe it!, and never-give-up attitude.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Naruto: Team 7 and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Team 7 initially consists of Naruto Uzumaki, Sasuke Uchiha, Sakura Haruno, and leader Kakashi Hatake.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Sasuke Uchiha is Naruto's main rival and best friend from the Uchiha clan.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Sakura Haruno and Kakashi Hatake round out the foundational team of Konohagakure.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Naruto: Creation and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Masashi Kishimoto drew inspiration from Akira Toriyama's Dragon Ball series when creating Naruto.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Sasuke was designed as an archetypal cool genius rival character.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Team structures were designed to give each group extreme attributes requiring teamwork to overcome weaknesses.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