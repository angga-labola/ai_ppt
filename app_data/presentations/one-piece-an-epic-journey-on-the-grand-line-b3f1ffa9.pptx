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One Piece: An Epic Journey on the Grand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Exploring the World's Best-Selling Manga and Global Cultural Phenomenon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One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Created by Eiichiro Oda, serialized in Weekly Shōnen Jump since July 1997.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Follows Monkey D. Luffy and his pirate crew in search of the ultimate treasure, 'One Piece'.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Celebrated as one of the longest-running and most successful manga series in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Premise and 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Gol D. Roger, the legendary 'Pirate King', revealed the existence of the 'One Piece' before his execution.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His final words sparked the Great Age of Pirates, sending countless adventurers across the dangerous seas.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Monkey D. Luffy sets sail with a dream to find the treasure and become the new Pirate 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Monkey D. Luffy: The Captain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Ate the Gomu Gomu no Mi (Rubber-Rubber Fruit), granting his body the properties of rubber.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Known for his boundless optimism, fierce loyalty, and bottomless appetite.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Inspires fierce devotion among allies and stands as a beacon of freedom against oppressive forces.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Straw Hat Pirates (Core Crew)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Roronoa Zoro: Master swordsman aiming to become the world's greatest.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Nami: Navigator and cartographer with a genius-level intellect for weather and finance.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Usopp: Sniper, inventor, and storyteller with a heart of gold despite his fears.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Expanding the 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Sanji: Passionate chef and martial artist who adheres to a strict chivalric code.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Chopper: Reindeer doctor who ate the Human-Human Fruit, providing medical brilliance.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Nico Robin: Archaeologist seeking the true history of the world through the Poneglyphs.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Later Additions to the Straw Hats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Franky: Cyborg shipwright who built the crew's magnificent second ship, the Thousand Sunny.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Brook: Musician and swordsman brought back to life as a living skeleton by the Revive-Revive Fruit.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Jinbe: Fish-man master of Fish-Man Karate and former Warlord of the Sea.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World and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world is dominated by the vast oceans of the East, West, North, and South Blues.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Divided by the Red Line (a massive continent) and the Grand Line (a treacherous, unpredictable equatorial current).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Features bizarre weather patterns, islands dictated by magnetic fields, and fantastical sea creatures.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Powers: Devil Fruits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Mystical fruits that grant consumers superhuman powers upon consumption.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Divided into three main types: Paramecia (body alteration), Zoan (animal transformation), and Logia (elemental control).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Trade-off: Users permanently lose the ability to swim and sink like a stone in water.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Powers: Haki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A mysterious power that every living being in the One Piece world can unlock through rigorous training.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Observation Haki: Grants heightened sixth sense and prediction of opponents' attacks.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Armament Haki: Allows users to use their spirit as armor for defense and enhanced offense.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Conqueror's Haki: A rare ability possessed only by the chosen few to overpower the wills of others.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World Government and Marines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A global political coalition governing most of the world's nations and islands.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Enforced by the Marines, the military sea force tasked with capturing pirates and maintaining order.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Operates under the mysterious leadership of the Five Elders and the unseen ruler 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Revolutionary Army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A military organization dedicated to overthrowing the corrupt World Government.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Led by Monkey D. Dragon, the father of protagonist Monkey D. Luffy.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Fights directly against the celestial elite and corrupt institutional systems across the globe.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Global Impact and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Surpassed 500 million copies in circulation worldwide, making it the best-selling manga series in history.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Awarded the Guinness World Record for 'the most copies published for the same comic book series by a single author'.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Has inspired a massive multimedia franchise including anime series, theatrical films, video games, and live-action adaptations.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