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John Calvin: Life, Theology, and Reformation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 PowerPoint Presentation on the French Protestant Reformer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&amp; Early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Born Jehan Cauvin on July 10, 1509, in Noyon, Picardy, France (Source: 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Initially trained for the priesthood under his father Gérard's direction, receiving the tonsure at age 12.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Shifted studies to law at the University of Orléans and University of Bourges, encountering humanism and learning Koine Greek.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Religious Conversion &amp; Break from Rome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Alternative theories suggest conversion dates between late 1529 and 1533, corresponding with his break from the Roman Catholic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Described by Calvin in his Commentary on the Book of Psalms as a sudden change of mind brought about by God.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Implicated in Nicolas Cop's 1533 inaugural address advocating reform, forcing him into hiding and eventually leading to his flight from France.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Institutes of the Christian Religion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Published the first edition of Institutio Christianae Religionis in Basel in March 1536 as a defense of his faith and doctrinal position.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Served as an apologia and elementary instruction book, representing the first major expression of his theology (Source: 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Expanded significantly in later editions (1539 and onwards) from a catechism into a systematic presentation of biblical doctrine.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First Stay in Geneva &amp; Expulsion (1536–1538)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Recruited by fellow reformer William Farel in August 1536 to assist with the Reformation in Geneva, initially serving as a reader and pastor.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Co-authored the 1537 Articles on the Organisation of the Church and its Worship, covering the Eucharist, excommunication, and congregational singing.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Expelled from Geneva in 1538 after refusing the city council's demand to use unleavened bread for Easter communion.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Ministry in Strasbourg (1538–1541)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Invited by Martin Bucer to lead a church of French refugees in Strasbourg, preaching daily and ministering to 400–500 members.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Published the second expanded edition of the Institutes in 1539 and his influential Commentary on Romans in 1540.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Married Idelette de Bure in August 1540, a widow with two children from her first marriage.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Return to Geneva &amp; Church Ordinances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Recalled by the Geneva city council, Calvin returned on September 13, 1541, to lead the city's church.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Successfully passed the Ecclesiastical Ordinances (1541), defining four ministerial functions: pastors, doctors, elders, and deacons.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Established the Consistory, an ecclesiastical court dedicated to maintaining church discipline without civil jurisdiction.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07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Theological Legacy &amp; Core Ideas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Principal figure in developing Calvinism, emphasizing predestination and God's absolute sovereignty in human salvation (Source: https://en.wikipedia.org/wiki/John_Calvin).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Key theological concepts include monergism, covenantalism, imputed righteousness, and the regulative principle of worship.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Influenced diverse Reformed traditions worldwide, including Continental Reformed, Presbyterian, Congregational, and Reformed Anglican churches.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08  / 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Discipline, Opposition, and Michael Servetus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Faced intense opposition in Geneva from wealthy and powerful families known as the libertines or patriots.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Fought against challenges to church authority, culminating in political battles and the temporary control of opponents.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In 1553, Spanish physician and anti-Trinitarian Michael Servetus was denounced by Calvin and burned at the stake for heresy by the city council.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