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John Calvin and Martin Luther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A Comparative Analysis of Leading Protestant Reformers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and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Martin Luther (1483–1546) was a German priest, theologian, author, and Augustinian friar who initiated the Protestant Reformation.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John Calvin (1509–1564) was a French theologian, pastor, and reformer active in Geneva during the Reformation.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figures rejected Roman Catholic Church practices and papal authority, becoming foundational pillars of Protestantism (https://en.wikipedia.org/wiki/John_Calvin; https://en.wikipedia.org/wiki/Martin_Luther).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Birth and Early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Martin Luther was born in Eisleben, County of Mansfeld, Holy Roman Empire, to parents Hans and Margarethe Luther.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John Calvin was born as Jehan Cauvin in Noyon, Picardy, France, as the second of three surviving sons.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Luther's father worked in copper mining and smelting; Calvin's father, Gérard Cauvin, served as a cathedral notary and registrar (https://en.wikipedia.org/wiki/John_Calvin; https://en.wikipedia.org/wiki/Martin_Luther).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Education and Early Career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studied at the University of Erfurt, earning his Artium Baccalaureus and Artium Magister, and later taught at Wittenberg.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initially studied law at the Universities of Orléans and Bourges, becoming trained as a humanist lawyer.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Calvin also studied Koine Greek and published an early commentary on Seneca's De Clementia before breaking with Rome (https://en.wikipedia.org/wiki/John_Calvin; https://en.wikipedia.org/wiki/Martin_Luther).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Religious Conversion and Reform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came to reject indulgences and papal authority, famously authoring the Ninety-five Theses in 1517.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experienced a religious conversion between 1529 and 1533, breaking from the Roman Catholic Church around 1530.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Luther was excommunicated in 1521 by Pope Leo X and condemned as an outlaw at the Diet of Worms (https://en.wikipedia.org/wiki/John_Calvin; https://en.wikipedia.org/wiki/Martin_Luther).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Core Theology: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taught that justification is received solely as a free gift of God's grace through faith in Jesus Christ, not by human merit.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emphasized God's absolute sovereignty in the salvation of the human soul and imputed righteousness.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reformers fundamentally challenged the medieval Catholic sacramental and merit-based system (https://en.wikipedia.org/wiki/John_Calvin; https://en.wikipedia.org/wiki/Martin_Luther).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Distinctive Theological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Calvin developed systematic doctrines including predestination, monergism, covenantalism, and the regulative principle of worship.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Luther's theology emphasized 'Sola scriptura', the priesthood of all believers, and the theology of the cross.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Calvin's seminal work was Institutes of the Christian Religion, first published in 1536 (https://en.wikipedia.org/wiki/John_Calvin; https://en.wikipedia.org/wiki/Martin_Luther).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Centers of Activity: Wittenberg and Geneva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operated primarily from Wittenberg in the Holy Roman Empire, anchoring the Lutheran movement.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spent much of his career in Geneva, Republic of Geneva, serving as a pastor and leading church reform.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Calvin briefly fled to Basel and Strasbourg before returning to lead Geneva's church in 1541 (https://en.wikipedia.org/wiki/John_Calvin; https://en.wikipedia.org/wiki/Martin_Luther).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08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Translations and Publications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translated the Bible into German (1534), making Scripture accessible to the laity and shaping German culture.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wrote commentaries on most books of the Bible, confessional documents, and theological treatises.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Luther's hymns also significantly influenced congregational singing in Protestant churches (https://en.wikipedia.org/wiki/John_Calvin; https://en.wikipedia.org/wiki/Martin_Luther).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09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Clerical Marriage and Family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married Katharina von Bora, a former nun, setting a model for Protestant clerical marriage.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married Idelette de Bure in 1540; she passed away in 1549, and they had one son, Jacques.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reformers rejected mandatory clerical celibacy and established family models for Reformed clergy (https://en.wikipedia.org/wiki/John_Calvin; https://en.wikipedia.org/wiki/Martin_Luther).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10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Controversies and Harsh Rhetoric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Later in life, Luther grew acerbic in his writings, targeting Jews, Roman Catholics, Anabaptists, Zwingli, and the pope.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 was a dedicated polemicist who engaged in intense theological controversies in Geneva.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Calvin denounced Michael Servetus, who was subsequently burned at the stake for heresy by the Geneva city council (https://en.wikipedia.org/wiki/John_Calvin; https://en.wikipedia.org/wiki/Martin_Luther).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11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Historical Legacy and Movements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Luther's beliefs formed the foundation of Lutheranism, leaving a profound impact on Western history.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Calvin's theology gave rise to Calvinism and Reformed Christianity, including Continental Reformed, Presbyterian, and Congregational traditions.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men are recognized as the primary architects of the Protestant Reformation (https://en.wikipedia.org/wiki/John_Calvin; https://en.wikipedia.org/wiki/Martin_Luther).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12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Martin Luther and John Calvin transformed European Christianity through Scripture translation, theological writing, and institutional reform.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Luther emphasized justification by faith alone and Scripture as the supreme authority.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Calvin built upon these foundations with systematic rigor, absolute divine sovereignty, and structured church government (https://en.wikipedia.org/wiki/John_Calvin; https://en.wikipedia.org/wiki/Martin_Luther).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