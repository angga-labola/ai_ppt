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Relationship Id="rId3" Type="http://schemas.openxmlformats.org/officeDocument/2006/relationships/hyperlink" Target="https://en.wikipedia.org/wiki/List_of_One_Piece_character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One_Piece_character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One_Piece_character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One_Piece_character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One_Piece_character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Comparing Naruto and One Piece Characters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comparative analysis of characters and settings in Naruto and One Piece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Naruto and One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Both Naruto and One Piece are prominent Japanese manga and anime franchises featuring extensive casts of characters.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Each series is set in a fictional universe where characters use special techniques, abilities, or Devil Fruits in combat.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Both series follow the adventures of young protagonists who aspire to achieve great leadership positions or mythical treasures.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</a:rPr>
              <a:t>S1 (Pasted notes)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  <a:r>
              <a:rPr sz="1000">
                <a:solidFill>
                  <a:srgbClr val="7C8F83"/>
                </a:solidFill>
              </a:rPr>
              <a:t>, </a:t>
            </a:r>
            <a:r>
              <a:rPr sz="1000">
                <a:solidFill>
                  <a:srgbClr val="7C8F83"/>
                </a:solidFill>
                <a:latin typeface="Aptos"/>
                <a:hlinkClick r:id="rId3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Naruto: Setting and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Created by Masashi Kishimoto, Naruto is set in a world where countries vie for power using ninja with special combat techniques.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The storyline is divided into Part I and Part II, followed by the sequel series Boruto by Ukyō Kodachi.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 narrative follows a group of young ninja from Konohagakure, the Village Hidden in the Leaves.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One Piece: Setting and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Created by Eiichiro Oda, One Piece takes place in a world of pirates, soldiers, and revolutionaries using superhuman abilities.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Characters belong to diverse races including humans, dwarfs, giants, mermen, fish-men, and minks.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Many characters gain extraordinary powers by consuming mysterious substances known as Devil Fruits.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 Protagonist: Naruto Uzumaki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Uzumaki is the titular protagonist who hosts the Nine-Tailed Fox, Kurama, inside his body.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He has ambitions of becoming Hokage, the strongest ninja leader of Konohagakure, to gain respect and protect villagers.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Starting with a boisterous personality and ninja academy struggles, Naruto ultimately achieves his dream of becoming Seventh Hokage.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One Piece Protagonist: Monkey D. Luffy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Monkey D. Luffy is the main protagonist of One Piece and captain of the Straw Hat pirates.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He wishes to succeed Gol D. Roger, the deceased King of the Pirates, by finding the legendary treasure.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Luffy gathers a diverse crew of specialists, including swordsmen, navigators, cooks, doctors, and shipwrights.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 Rivals and Key Characters: Sasuke Uchiha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Sasuke Uchiha is Naruto's main rival and best friend, designed as a cool genius.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After his clan is killed by his older brother Itachi, Sasuke seeks vengeance and adopts a cold, withdrawn personality.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In the Boruto series, Sasuke becomes a vigilante investigating the Ōtsutsuki clan and mentoring Boruto.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One Piece Key Characters: Roronoa Zoro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Roronoa Zoro is the three-sword-wielding combatant and prominent member of the Straw Hat crew.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His hometown is Shimotsuki Village, founded by Wano Country immigrants and swordsmith Shimotsuki Kozaburo.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Zoro carries forward the dream of his childhood friend and rival, Shimotsuki Kuina, to become the world's best swordsman.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Team 7 Dynamics in Naruto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Sakura Haruno and Kakashi Hatake round out the original members of Konohagakure's Team 7.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Team 7 undergoes significant changes, disbanding after Sasuke's defection and reforming in Part II with new members.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During the Fourth Great Ninja War, Team 7 reunites to fight powerful adversaries like Madara Uchiha and Kaguya Ōtsutsuki.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Straw Hat Crew and World Government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Straw Hat Crew grows from initial members to a ten-pirate crew sailing on vessels like the Thousand Sunny.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They encounter opposition from the World Government, a global empire ruling the world.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After defeating Kaido and Big Mom, the crew is recognized as an Emperor-led crew with a grand fleet.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Creation and Design: Naruto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Kishimoto drew inspiration from other shōnen manga, citing Akira Toriyama's Dragon Ball as a key influence.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Characters are organized into distinct three-person teams where members have extreme strengths and weaknesses requiring teamwork.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Villains in Naruto are designed with flamboyant, showy costumes to contrast the lead characters' moral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S2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