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The Pillars of the Protestant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Comparative Study of John Calvin and Martin Luther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the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Protestant Reformation fundamentally transformed Western religious, political, and cultural structures in the 16th century.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Martin Luther initiated the movement in Germany by challenging Catholic practices such as indulgences and papal authority.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John Calvin further developed and systematized Reformed theology, establishing a major hub of Protestantism in Geneva.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Early Life &amp;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in Eisleben, Germany, in 1483, Luther was originally intended by his father Hans to become a lawyer.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He attended the University of Erfurt, receiving his master's degree in 1505 before abandoning legal studies.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A terrifying encounter with a lightning storm led him to cry out to Saint Anna and vow to become a monk.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The Monastic Turn &amp; 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Luther entered St. Augustine's Monastery in Erfurt in July 1505, enduring deep spiritual despair and rigorous self-discipline.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Ordained a priest in 1507, he later became a professor and chair of theology at the University of Wittenberg.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He famously authored the Ninety-five Theses in 1517 to protest clerical abuses and the sale of indulgences.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Excommunication &amp; Theology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Refusing to renounce his writings, Luther was excommunicated by Pope Leo X in January 1521.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Emperor Charles V condemned Luther as an outlaw at the Diet of Worms later that same year.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His core theological pillar taught that justification is received solely as a free gift of God's grace through faith (sola fide).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Cultural Impact &amp; Controversies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His 1534 German Bible translation made scripture accessible to the laity and helped standardize the German language.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Luther's marriage to former nun Katharina von Bora established a model for clerical marriage.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Later in life, he wrote harshly against Roman Catholics, Anabaptists, and expressed staunchly antisemitic views.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Early Life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Jehan Cauvin in Noyon, France, on July 10, 1509, to cathedral notary Gérard Cauvin.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Trained initially as a humanist lawyer at the Universities of Orléans and Bourges, mastering Koine Greek and classical studies.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Experienced a religious conversion between 1529 and 1533, culminating in his break from the Roman Catholic Church.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Flight and the 'Institutes'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Implicated in Nicolas Cop's reformist inaugural address in Paris, Calvin was forced into hiding and fled France.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In March 1536, he published the first edition of the Institutes of the Christian Religion in Basel as a defense of his faith.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Institutes became the seminal expression of Reformed theology and went through numerous editions during his lifetime.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Reform Work in Geneva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Recruited by William Farel in 1536, Calvin began preaching and organizing church governance in Geneva.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After an initial expulsion due to political and liturgical disputes, he was invited back to lead the city's church in 1541.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He introduced strict church governance, liturgy, and moral discipline, facing opposition from several powerful local families.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Theology &amp;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Calvin established Calvinism, emphasizing doctrines of predestination and God's absolute sovereignty in salvation.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His movement shaped Continental Reformed, Presbyterian, Congregational, and Reformed Anglican churches worldwide.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He spent his final years in Geneva writing biblical commentaries and promoting the Reformation across Europe until his death in 1564.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