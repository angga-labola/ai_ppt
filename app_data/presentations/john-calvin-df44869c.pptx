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John Calvin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Pillar of the Protestant Reformation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John Calvin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on July 10, 1509, in Noyon, Picardy, France.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A leading French theologian, pastor, and reformer during the Protestant Reformation.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Key figure in the development of the system of Christian theology later called Calvinism.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Early Life and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Initially trained for a career in law at the Universities of Orléans and Bourges.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Received a thorough classical and humanist education, mastering Latin and rhetoric.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Experienced a religious conversion around 1530, leading him to break with the Roman Catholic Church.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Institutes of the Christian Religion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First published in 1536 when Calvin was only 26 years old.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Served as a seminal textbook on Protestant doctrine and a defense of Reformed beliefs.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Revised and expanded throughout his life, becoming one of the most influential theological works in history.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Ministry in Geneva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Arrived in Geneva in 1536, where Guillaume Farel persuaded him to help reform the city church.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Faced early resistance and was expelled in 1538, spending three productive years in Strasbourg.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Recalled to Geneva in 1541, where he spent the rest of his life establishing a rigorous religious commonwealth.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Core Theological Tenets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Emphasized the absolute sovereignty of God and the supreme authority of Scripture (Sola Scriptura).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Championed the doctrine of predestination, asserting that God has eternally chosen those whom He intends to save.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Taught the perseverance of the saints and the total depravity of humankind.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Ecclesiastical and Social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Established the Ecclesiastical Ordinances, structuring the church with pastors, doctors, elders, and deacons.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Founded the Geneva Academy in 1559 to educate ministers and youth, promoting widespread literacy and higher learning.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Influenced the economic and social fabric of Geneva, fostering a strong work ethic and moral discipline.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Legacy and Historical Significance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Calvinism heavily shaped Reformed, Presbyterian, and Congregational churches worldwide.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Spread rapidly across Europe, deeply influencing the Huguenots in France, Puritans in England, and the Dutch Reformed Church.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Passed away on May 27, 1564, leaving behind a vast body of commentaries, letters, and theological writings.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