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ljtrust.org/sermon/the-law-and-grace" TargetMode="External"/><Relationship Id="rId3" Type="http://schemas.openxmlformats.org/officeDocument/2006/relationships/hyperlink" Target="https://faith.edu/faith-pulpit/posts/distinguishing-law-and-grac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ith.edu/faith-pulpit/posts/distinguishing-law-and-grace" TargetMode="External"/><Relationship Id="rId3" Type="http://schemas.openxmlformats.org/officeDocument/2006/relationships/hyperlink" Target="https://renewalministries.com/message/law-living-vs-grace-livi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ljtrust.org/sermon/the-law-and-grace" TargetMode="External"/><Relationship Id="rId3" Type="http://schemas.openxmlformats.org/officeDocument/2006/relationships/hyperlink" Target="https://truegospelofjesuschrist.org/understanding_law_and_grace" TargetMode="External"/><Relationship Id="rId4" Type="http://schemas.openxmlformats.org/officeDocument/2006/relationships/hyperlink" Target="https://renewalministries.com/message/law-living-vs-grace-livin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ruegospelofjesuschrist.org/understanding_law_and_grac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ljtrust.org/sermon/the-law-and-grace" TargetMode="External"/><Relationship Id="rId3" Type="http://schemas.openxmlformats.org/officeDocument/2006/relationships/hyperlink" Target="https://faith.edu/faith-pulpit/posts/distinguishing-law-and-grace" TargetMode="External"/><Relationship Id="rId4" Type="http://schemas.openxmlformats.org/officeDocument/2006/relationships/hyperlink" Target="https://truegospelofjesuschrist.org/understanding_law_and_grac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newalministries.com/message/law-living-vs-grace-living" TargetMode="External"/><Relationship Id="rId3" Type="http://schemas.openxmlformats.org/officeDocument/2006/relationships/hyperlink" Target="https://truegospelofjesuschrist.org/understanding_law_and_grac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ruegospelofjesuschrist.org/understanding_law_and_grace" TargetMode="External"/><Relationship Id="rId3" Type="http://schemas.openxmlformats.org/officeDocument/2006/relationships/hyperlink" Target="https://faith.edu/faith-pulpit/posts/distinguishing-law-and-grac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newalministries.com/message/law-living-vs-grace-living" TargetMode="External"/><Relationship Id="rId3" Type="http://schemas.openxmlformats.org/officeDocument/2006/relationships/hyperlink" Target="https://truegospelofjesuschrist.org/understanding_law_and_grac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Understanding Law and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An examination of biblical principles, definitions, and their roles in spiritual life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Law and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The law was given through Moses, while grace and truth came through Jesus Christ.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The law and grace should not be viewed as absolute opposites, but rather share a close relationship where the law points toward grace.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Distinguishing between law and grace is crucial to avoid mixing them and to gain a true understanding of scripture.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Defining Biblical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Biblically, 'law' can refer to the Ten Commandments, Old Testament civil and ceremonial laws, or the first five books of the Bible.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The term can also broadly describe God's Word, a moral righteous standard, or a principle and fact.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God's Law in itself is holy, righteous, and good.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W3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W4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Purpose and Limits of the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The law reveals God's holy standard and humanity's inability to meet it, proving that no one can earn salvation through human performance.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Because of human nature and the flesh, the law is weakened in its practical impact and serves to condemn rather than change us.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The law acts as an accuser that shows our helplessness and need for forgiveness.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W2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4"/>
              </a:rPr>
              <a:t>W4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Law as a Temporary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The Old Testament and Gospels present the Mosaic Law, which Jesus lived and taught under prior to fulfilling it.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The law was consistently designed as a temporary measure specifically for Israel until the arrival of Christ.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Following Christ's completion of all that was asked of Him, believers are no longer bound by the law.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Defining Divine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Grace is God's free, unmerited favor and kindness given based on His nature rather than human worth.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Grace is where God initiates and provides everything necessary for salvation and for living as part of the Body of Christ.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Grace cannot be earned and stands in direct contrast to good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W3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4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Power of Grace for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Grace succeeds in changing hearts by utilizing the unstoppable powers of divine acceptance and the Holy Spirit.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Righteousness under grace is achieved through Christ living within the believer, avoiding reliance on human effort.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Grace loves believers enough to transform them, actively imprinting Christ onto their hearts.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W4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Internalizing the Righteous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The righteous standards of the law shifted from an external requirement to an internal one rather than disappearing.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God places His law into the hearts of believers, allowing Christ to live out holiness from within.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Believers who are controlled by the Spirit fulfill the righteous requirements of the law while living under grace.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W2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Law-Living Versus Grace-Living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Law-living relies on external rules, religious demands, or self-help systems that appeal to pride and control.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While human rules may alter outward behavior, neither religious nor secular law can change the human heart.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Grace-living is sustained by faith and following the active work of Christ within the believer.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W4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