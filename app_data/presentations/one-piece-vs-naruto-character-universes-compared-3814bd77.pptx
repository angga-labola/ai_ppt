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One Piece vs. Naruto: Character Universes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An Analysis of Creators, Protagonists, Teams, and Design Philosophies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Two Shonen Giants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Both One Piece and Naruto are legendary Japanese manga and anime series featuring extensive casts of characters.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One Piece is created by Eiichiro Oda and features a world of pirates, marines, and Devil Fruit users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Naruto is created by Masashi Kishimoto and depicts a fictional universe where countries employ ninja with special combat techniques [https://en.wikipedia.org/wiki/List_of_Naruto_characters].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Setting and Universe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One Piece takes place in a vast aquatic world where pirates, revolutionaries, and World Government soldiers fight using superhuman abilities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The One Piece universe features diverse species including humans, dwarfs, giants, mermen, fish-men, sky people, and minks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Naruto takes place in hidden ninja villages where nations vie for power using specialized ninjutsu and taijutsu [https://en.wikipedia.org/wiki/List_of_Naruto_characters].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Main Protagonists: Luffy vs. Naruto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Monkey D. Luffy is the protagonist of One Piece, a young pirate who wishes to succeed Gol D. Roger as King of the Pirates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Naruto Uzumaki is the titular protagonist of Naruto, an energetic ninja who holds the Nine-Tailed Fox and aims to become Hokage [https://en.wikipedia.org/wiki/List_of_Naruto_characters].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protagonists share boisterous, optimistic personalities and inspire unwavering loyalty among their peers [https://en.wikipedia.org/wiki/List_of_One_Piece_characters, 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Inspiration Behind the Protagonists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Masashi Kishimoto cited Akira Toriyama's Dragon Ball and Goku as key inspirations for Naruto's energetic and mischievous traits [https://en.wikipedia.org/wiki/List_of_Naruto_characters].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Luffy's drive centers on freedom and finding the mythical One Piece treasure while opposing the corrupt World Government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characters overcome initial social shunning or underdog status to achieve worldwide renown [https://en.wikipedia.org/wiki/List_of_One_Piece_characters, 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Rival Characters: Zoro vs. Sasuke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Roronoa Zoro is Luffy's primary combatant, a three-sword-wielding pirate aiming to become the world's greatest swordsman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Sasuke Uchiha is Naruto's main rival and best friend, designed by Kishimoto as the archetypal 'cool genius' [https://en.wikipedia.org/wiki/List_of_Naruto_characters].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Sasuke's early path is driven by vengeance against his brother Itachi for wiping out the Uchiha clan [https://en.wikipedia.org/wiki/List_of_Naruto_characters].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Heroines and Supporting 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Sakura Haruno is a member of Team 7 in Naruto, initially noted for her infatuation with Sasuke and later medical prowess [https://en.wikipedia.org/wiki/List_of_Naruto_characters].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One Piece features core supporting navigators, cooks, and doctors like Nami, Sanji, and Tony Tony Chopper on the Straw Hat crew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Kishimoto admitted having little initial perception of an ideal heroine when creating Sakura [https://en.wikipedia.org/wiki/List_of_Naruto_characters].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Team Structures and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One Piece centers on the Straw Hat Crew, expanding from a single ship to a grand fleet of 5,640 pirates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Naruto characters are organized into three-person squads designed to have extreme aptitudes in specific attributes [https://en.wikipedia.org/wiki/List_of_Naruto_characters].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Kishimoto avoided perfectionist superhero teams, favoring role-playing game dynamics where members overcome weaknesses together [https://en.wikipedia.org/wiki/List_of_Naruto_characters].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Mentors and Authority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Kakashi Hatake leads Team 7 in Naruto as an easygoing, smart, and mysterious mentor with a dark past [https://en.wikipedia.org/wiki/List_of_Naruto_characters].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One Piece features guiding figures in Luffy's hometown like mayor Woop Slap, bartender Makino, and bandit Curly Dadan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series utilize mentor figures to shape the moral compass and early training of their young protagonists [https://en.wikipedia.org/wiki/List_of_One_Piece_characters, 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Villains and Antagonistic Factions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One Piece antagonists include corrupt World Government officials, the Four Emperors, and criminal organizations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Naruto villains include rogue ninja like Orochimaru and elite members of the Akatsuki seeking Tailed Beasts [https://en.wikipedia.org/wiki/List_of_Naruto_characters].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Kishimoto designed villains with flamboyant, showy costumes and contrasting moral values to make them memorable [https://en.wikipedia.org/wiki/List_of_Naruto_characters].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10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Critical Reception and 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 characters were praised for incorporating classic shōnen strengths, though some critics noted reliance on stereotypes [https://en.wikipedia.org/wiki/List_of_Naruto_characters].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One Piece features an expansive in-universe cast created by Eiichiro Oda over decades of serialization [https://en.wikipedia.org/wiki/List_of_One_Piece_characters].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franchises have achieved massive global influence through manga, anime adaptations, and sequel series [https://en.wikipedia.org/wiki/List_of_One_Piece_characters, https://en.wikipedia.org/wiki/List_of_Naruto_characters].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