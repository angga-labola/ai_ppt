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Manga Character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Comparing Naruto and One Piece Casts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to Naruto Characters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Naruto manga/anime features an extensive cast created by Masashi Kishimoto.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Set in a fictional universe where countries vie for power using ninja with special techniques.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Storyline divided into Part I and Part II, followed by the sequel series Boruto by Ukyō Kodachi.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https://en.wikipedia.org/wiki/List_of_Naruto_characters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Creation and Conception of Naruto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Kishimoto drew inspiration from other shōnen manga while striving for uniqueness.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Cites Akira Toriyama's Dragon Ball (specifically Goku) as an influence for Naruto Uzumaki.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Developed Sasuke Uchiha as the archetypal 'cool genius' rival character.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https://en.wikipedia.org/wiki/List_of_Naruto_characters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Team Structure in Naruto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Characters are separated into three-person teams to give each group a specific flavor.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Kishimoto designed teammates to be 'extreme' in certain attributes yet talentless in others.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Teams perform best when individual members work together to overcome weaknesses.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https://en.wikipedia.org/wiki/List_of_Naruto_characters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Naruto Villains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Villains are introduced to counteract the lead characters' moral values.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Kishimoto emphasizes illustrating the difference in values rather than focusing solely on combat.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Villains feature flamboyant designs and showy costumes to make them memorable and easily identifiable.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https://en.wikipedia.org/wiki/List_of_Naruto_characters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Team 7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Formed by Naruto Uzumaki, Sasuke Uchiha, Sakura Haruno, and Kakashi Hatake of Konohagakure.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Disbands after Sasuke's defection and Naruto's departure at the end of Part I.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Reforms in Part II as Team Kakashi with new members Sai and Yamato.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https://en.wikipedia.org/wiki/List_of_Naruto_characters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06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Naruto Uzumaki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Titular character and main protagonist designed with traits from other shōnen characters.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Host of Kurama, the Nine-Tailed Fox, leading to initial shunning by villagers.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Ambition is to become Hokage to gain respect and protect villagers, famously vowing 'Believe it!'.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https://en.wikipedia.org/wiki/List_of_Naruto_characters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07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Sasuke Uchiha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Naruto's main rival and best friend, designed as a 'cool genius'.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Sole early ambition is to avenge his clan and kill his brother Itachi after a tragic massacre.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Later transitions to investigating the Ōtsutsuki clan and mentoring Boruto Uzumaki.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https://en.wikipedia.org/wiki/List_of_Naruto_characters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08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Sakura Haruno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Member of Team 7, Naruto's classmate, and Sasuke's love interest.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Kishimoto emphasized her energy and flirtatious spirit, along with her large forehead.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Developed a childhood friendship and bond with Ino Yamanaka.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https://en.wikipedia.org/wiki/List_of_Naruto_characters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09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Kakashi Hatake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Easygoing, tardy, and smart leader of Team 7.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Suffered a dark past marked by significant personal losses, including his father Sakumo Hatake.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Guides Naruto, Sasuke, and Sakura through critical early missions and ninja trials.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https://en.wikipedia.org/wiki/List_of_Naruto_characters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10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to One Piece Characters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One Piece manga features an extensive cast created by Eiichiro Oda.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Universe features pirates, soldiers, revolutionaries, and adventurers using superhuman abilities.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Cast includes humans, dwarfs, giants, mermen, mermaids, fish-men, sky people, and minks.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https://en.wikipedia.org/wiki/List_of_One_Piece_characters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11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One Piece World and Devil Fruits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Many characters possess special abilities gained by eating mysterious 'Devil Fruits'.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Storyline follows the Straw Hats searching for the mythical 'One Piece' treasure.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Opposed by the World Government and the Four Emperors.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https://en.wikipedia.org/wiki/List_of_One_Piece_characters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12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Straw Hat Crew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Ten-pirate crew captained by Monkey D. Luffy, growing throughout the series.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Initial ship Going Merry was replaced by the Thousand Sunny created by Franky.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Gain a fleet called the Straw Hat Grand Fleet consisting of 5,640 pirates across seven crews.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https://en.wikipedia.org/wiki/List_of_One_Piece_characters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13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Straw Hat Crew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Includes Roronoa Zoro, Nami, Usopp, Sanji, Tony Tony Chopper, Nico Robin, Franky, Brook, and Jimbei.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Recognized as an Emperor-led crew after defeating Kaido and Big Mom in Wano Country.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Luffy acts as leader of the Grand Fleet while other nine serve as Senior Officers.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https://en.wikipedia.org/wiki/List_of_One_Piece_characters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14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World Government and Factions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World Government is a global empire ruling over the fictional world.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Series features other major pirate groups including the Four Emperors and various bounty hunters.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Locations span diverse regions like East Blue, Grand Line islands, and kingdoms.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https://en.wikipedia.org/wiki/List_of_One_Piece_characters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15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East Blue: Dawn Island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Dawn Island in East Blue is the birthplace of Luffy, Zoro, Nami, and Usopp.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Goa Kingdom is located on Dawn Island, ruled by King Stelly and Queen Sally Isntoinette.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Windmill Village inhabitants include mayor Woop Slap, bartender Makino, and mountain bandits.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https://en.wikipedia.org/wiki/List_of_One_Piece_characters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16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East Blue: Shells Town and Shimotsuki Village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Shells Town is where Zoro was captured and Captain 'Axe-Hand' Morgan ruled before removal.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Shimotsuki Village is Zoro's hometown, founded by Wano Country immigrants.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Village is home to master Koshiro and Zoro's late childhood rival Shimotsuki Kuina.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https://en.wikipedia.org/wiki/List_of_One_Piece_characters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17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East Blue: Orange Town and Beyond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Orange Town was controlled by Buggy's Band of Pirates before being defeated by Luffy, Zoro, and Nami.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Mayor Boodle leads the town's remaining loyal inhabitants.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Serves as an early stepping stone in the Straw Hat crew's formation across the seas.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https://en.wikipedia.org/wiki/List_of_One_Piece_characters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18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Comparative Summary: Cast &amp;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Naruto features ninja focused on village loyalty, political power, and personal rivalry.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One Piece features pirates exploring a vast world of diverse races and mythical treasures.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Both series utilize tight core protagonist groups surrounded by expansive supporting casts.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 URL: https://en.wikipedia.org/wiki/List_of_Naruto_characters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